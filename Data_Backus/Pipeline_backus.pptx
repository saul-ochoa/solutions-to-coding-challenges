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1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5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79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5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5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6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6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70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5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5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92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2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4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80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6/22/2026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07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6/22/2026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52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30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6/22/2026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22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02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6/22/2026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189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800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6/22/2026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943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6/22/2026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661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6/22/2026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61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485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342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874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63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353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638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019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311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202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60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61492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3320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46016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258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44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89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000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415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574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722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426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000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82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50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9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5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FA160-2CCF-C5BF-6F8E-FD5A8A2FC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es-ES" dirty="0"/>
              <a:t>Resumen Pipeline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ACC685-3288-3732-EA7E-C6941B478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s-ES" dirty="0"/>
              <a:t>Autor : Saul Kevin Ochoa Salazar</a:t>
            </a:r>
            <a:endParaRPr lang="es-PE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2DDAF8B-C8F4-4379-4B14-4F72E25413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</p:spPr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0614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CFB9E3A-528F-0C65-63E6-6D2C5904C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44" y="282000"/>
            <a:ext cx="9099030" cy="648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83953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Neue Haas Grotesk Text Pro</vt:lpstr>
      <vt:lpstr>Helena</vt:lpstr>
      <vt:lpstr>Resumen Pipeline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Saúl Kevin ochoa salasar</dc:creator>
  <cp:lastModifiedBy>Saúl Kevin ochoa salasar</cp:lastModifiedBy>
  <cp:revision>1</cp:revision>
  <dcterms:created xsi:type="dcterms:W3CDTF">2026-06-22T15:48:22Z</dcterms:created>
  <dcterms:modified xsi:type="dcterms:W3CDTF">2026-06-22T15:51:45Z</dcterms:modified>
</cp:coreProperties>
</file>